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9" d="100"/>
          <a:sy n="89" d="100"/>
        </p:scale>
        <p:origin x="137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07A6-3E0C-675B-129A-2C9D59B22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611B69-C88B-2832-7E89-78A48E041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5EECB-3B7C-44F1-6872-7BBF0624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090C-DDE4-8A4D-7625-EE4060CF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19187-CC1D-5AFB-EB4A-96C5DE03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4970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87CB-640C-7F2B-8F8E-EC2EC974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D8B21-E94E-F829-DF34-F4BB811C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7B48C-5268-6D26-C98C-7B082B6D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18AEC-7642-465C-F882-25027255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F9D4E-E40F-2591-9EF7-3812237C0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615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03C5-D2E7-A274-79BD-7AE03A55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028B8-1640-BA9D-27AF-69A947E27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16B19-DA68-99C0-FA62-ED818DAC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416B3-7848-AE8B-A9D8-AABBC29F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3F2DE-15E4-1F1A-1CED-FF757B22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879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77E3-3636-68D5-AA2A-20C106EE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DE4C4-762B-FBA3-8743-E40B01F99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637F3-776D-6568-4542-4EF0BF48F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77D6B-DE45-B47F-7588-F9AC45AD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C3D42-6A8B-1A36-862F-AB0B887F1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C332A-4E5F-4F79-ACFF-098C162B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37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C26E-5F43-3213-7900-1DB32E84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2820B-1B0B-F9DB-61A3-D783ECB7D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D5002-8CB7-9BDB-ED29-030094004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FF262-B068-3531-0F0B-EECFF2B92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06729-1051-B08C-05E6-C10A88663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3E39D-D7FE-68A6-452A-0D1F4EB7F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7FEE5E-108A-A1FE-5CCE-87B8F9AD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4AAC8-398F-312E-12FB-31CF08ED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093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9DDC-56F3-D5B9-77B9-F54A3EC8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13BD87-8ADC-70C7-59B8-6733DD3D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493C5-B333-7278-4B84-C12596F33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C9C0C-7704-4CBA-B7F1-B5585050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408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B3E80-05FD-7E47-0EEC-3B1118C4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6303F1-AF96-7105-094C-B6A2C59D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0BDAE-6E96-7909-8CCA-7466B9CF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52463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5952-7FC8-2BA3-9811-C9D9BF9F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4CDE-9E31-16F4-9F19-EDE1FEC3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14FA-F0EB-843C-3E76-FC3E983AE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0C8A4-BEEF-B497-0F3F-64AAC1B2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84A8A-8ED0-226C-71FE-1BA74A0A3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9D8F3-31C1-2BBE-83DE-4D574791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852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DD0B-E678-9F06-C6D1-0F8DC6A4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4EF17-A8BA-5447-01B5-C5F9F30A8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838DE-B53D-BCF5-4403-B53C23C7D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4AD82-49D2-1039-4E1E-C4D1B96F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F21BE-A9E7-8CC6-FD01-67EEB462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2710C-50AF-BB28-55A8-88E7BF6D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9951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77A5-A4D2-9B6C-6F69-33D97BB7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466CA-CD87-8A53-937C-A3123F4B1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6209-D1D6-3D72-5DC4-615C0698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B358C-B32D-ABDC-BF76-90474F05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9FED5-B016-F2F0-A21F-C14DDA56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786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C417C-F553-61C4-5752-5987D5848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41BA8-750B-E031-FB43-4DFED048E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44463-3C03-4D4F-3BE2-B967FE55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DF1AA-B929-1709-E22B-456DA97F6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606F0-4F8B-6F28-1EEA-B344EE1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242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AF103-F44E-0BE7-0D59-F2B20648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ED34E-9F39-C164-598A-6CE96FD88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4FB73-77A3-C2B5-F076-5FBE62AE4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9EE40-908B-4687-AA38-8468F69A7D9D}" type="datetimeFigureOut">
              <a:rPr lang="en-PH" smtClean="0"/>
              <a:t>1/30/2026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FDD66-D077-34EC-28AD-A51BBED08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2F71F-8843-51DD-78E8-869B376D4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FC29E-5BE9-4955-B55C-29C72DFDFF0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427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E9A893C2-AA8B-0357-23A6-35F7E8E755BA}"/>
              </a:ext>
            </a:extLst>
          </p:cNvPr>
          <p:cNvSpPr/>
          <p:nvPr/>
        </p:nvSpPr>
        <p:spPr>
          <a:xfrm>
            <a:off x="203347" y="3056845"/>
            <a:ext cx="11780667" cy="35274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492F949-C191-A083-D216-61AC87C2322E}"/>
              </a:ext>
            </a:extLst>
          </p:cNvPr>
          <p:cNvSpPr/>
          <p:nvPr/>
        </p:nvSpPr>
        <p:spPr>
          <a:xfrm>
            <a:off x="2969111" y="268941"/>
            <a:ext cx="9014908" cy="26930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B61ACA-83FC-ABAE-7A1F-22C68E8ED4D9}"/>
              </a:ext>
            </a:extLst>
          </p:cNvPr>
          <p:cNvSpPr/>
          <p:nvPr/>
        </p:nvSpPr>
        <p:spPr>
          <a:xfrm>
            <a:off x="596308" y="885529"/>
            <a:ext cx="1900517" cy="13536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57EC95-268E-1A7A-5F05-B2023527B628}"/>
              </a:ext>
            </a:extLst>
          </p:cNvPr>
          <p:cNvCxnSpPr>
            <a:cxnSpLocks/>
          </p:cNvCxnSpPr>
          <p:nvPr/>
        </p:nvCxnSpPr>
        <p:spPr>
          <a:xfrm flipV="1">
            <a:off x="2496825" y="1555640"/>
            <a:ext cx="1434353" cy="4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3C0834-3940-784D-B7F3-025513D521D9}"/>
              </a:ext>
            </a:extLst>
          </p:cNvPr>
          <p:cNvSpPr/>
          <p:nvPr/>
        </p:nvSpPr>
        <p:spPr>
          <a:xfrm>
            <a:off x="3931178" y="981898"/>
            <a:ext cx="2106706" cy="115644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8876CE-0100-220F-CF07-6B5B61291F9A}"/>
              </a:ext>
            </a:extLst>
          </p:cNvPr>
          <p:cNvSpPr txBox="1"/>
          <p:nvPr/>
        </p:nvSpPr>
        <p:spPr>
          <a:xfrm>
            <a:off x="4056684" y="1375456"/>
            <a:ext cx="185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ucida Sans" panose="020B0602030504020204" pitchFamily="34" charset="0"/>
              </a:rPr>
              <a:t>Calibration</a:t>
            </a:r>
            <a:endParaRPr lang="en-PH" dirty="0">
              <a:latin typeface="Lucida Sans" panose="020B0602030504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246751-CBC1-1FE6-D443-DC2F6B60704D}"/>
              </a:ext>
            </a:extLst>
          </p:cNvPr>
          <p:cNvCxnSpPr/>
          <p:nvPr/>
        </p:nvCxnSpPr>
        <p:spPr>
          <a:xfrm flipV="1">
            <a:off x="6037884" y="1560123"/>
            <a:ext cx="1434353" cy="4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99DB8B86-B38D-68FB-BE65-6EC870A704B0}"/>
              </a:ext>
            </a:extLst>
          </p:cNvPr>
          <p:cNvSpPr/>
          <p:nvPr/>
        </p:nvSpPr>
        <p:spPr>
          <a:xfrm>
            <a:off x="7472236" y="728646"/>
            <a:ext cx="1900517" cy="1671919"/>
          </a:xfrm>
          <a:prstGeom prst="flowChartDecision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95FBD2-9DE7-75A4-61A6-003A740BDE77}"/>
              </a:ext>
            </a:extLst>
          </p:cNvPr>
          <p:cNvSpPr txBox="1"/>
          <p:nvPr/>
        </p:nvSpPr>
        <p:spPr>
          <a:xfrm>
            <a:off x="7537228" y="1303393"/>
            <a:ext cx="17884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Calibration</a:t>
            </a:r>
          </a:p>
          <a:p>
            <a:pPr algn="ctr"/>
            <a:r>
              <a:rPr lang="en-US" sz="1500" dirty="0">
                <a:latin typeface="Lucida Sans" panose="020B0602030504020204" pitchFamily="34" charset="0"/>
              </a:rPr>
              <a:t>Success?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BC3A00-CA88-1EBA-3790-8723258AA7C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984530" y="530766"/>
            <a:ext cx="1" cy="4511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C8650C-A5B9-F31E-AD1C-173AF1803F7D}"/>
              </a:ext>
            </a:extLst>
          </p:cNvPr>
          <p:cNvCxnSpPr>
            <a:cxnSpLocks/>
          </p:cNvCxnSpPr>
          <p:nvPr/>
        </p:nvCxnSpPr>
        <p:spPr>
          <a:xfrm>
            <a:off x="4984530" y="531886"/>
            <a:ext cx="4932829" cy="13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E24907-F03B-F683-B356-C96D89AA9688}"/>
              </a:ext>
            </a:extLst>
          </p:cNvPr>
          <p:cNvCxnSpPr>
            <a:cxnSpLocks/>
          </p:cNvCxnSpPr>
          <p:nvPr/>
        </p:nvCxnSpPr>
        <p:spPr>
          <a:xfrm>
            <a:off x="9917359" y="539496"/>
            <a:ext cx="0" cy="1016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474A83-2489-F381-7EAA-8CFC3E581A37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9372753" y="1563250"/>
            <a:ext cx="544606" cy="1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520D5D-5E07-EFDE-CB5E-206633673CFD}"/>
              </a:ext>
            </a:extLst>
          </p:cNvPr>
          <p:cNvSpPr txBox="1"/>
          <p:nvPr/>
        </p:nvSpPr>
        <p:spPr>
          <a:xfrm>
            <a:off x="8328362" y="2333562"/>
            <a:ext cx="8561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YES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EFC015-450C-0E55-0140-68DECA442397}"/>
              </a:ext>
            </a:extLst>
          </p:cNvPr>
          <p:cNvSpPr txBox="1"/>
          <p:nvPr/>
        </p:nvSpPr>
        <p:spPr>
          <a:xfrm>
            <a:off x="9184493" y="1077616"/>
            <a:ext cx="8561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NO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047882-0426-39D3-2C02-5E5FACD8EE84}"/>
              </a:ext>
            </a:extLst>
          </p:cNvPr>
          <p:cNvSpPr txBox="1"/>
          <p:nvPr/>
        </p:nvSpPr>
        <p:spPr>
          <a:xfrm>
            <a:off x="618720" y="1370974"/>
            <a:ext cx="185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ucida Sans" panose="020B0602030504020204" pitchFamily="34" charset="0"/>
              </a:rPr>
              <a:t>START</a:t>
            </a:r>
            <a:endParaRPr lang="en-PH" dirty="0">
              <a:latin typeface="Lucida Sans" panose="020B0602030504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506AC9-1C38-462A-07D1-5589F8477235}"/>
              </a:ext>
            </a:extLst>
          </p:cNvPr>
          <p:cNvCxnSpPr>
            <a:cxnSpLocks/>
          </p:cNvCxnSpPr>
          <p:nvPr/>
        </p:nvCxnSpPr>
        <p:spPr>
          <a:xfrm>
            <a:off x="2027075" y="2816068"/>
            <a:ext cx="64043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3D023A4-CF93-7CD0-B0A8-EA3EB4C1373B}"/>
              </a:ext>
            </a:extLst>
          </p:cNvPr>
          <p:cNvCxnSpPr>
            <a:cxnSpLocks/>
          </p:cNvCxnSpPr>
          <p:nvPr/>
        </p:nvCxnSpPr>
        <p:spPr>
          <a:xfrm>
            <a:off x="2027075" y="2827468"/>
            <a:ext cx="0" cy="3678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13B224A-B217-F01D-466E-CB596FF2FD64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422494" y="2400565"/>
            <a:ext cx="1" cy="408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14BBDFB-F2C1-1BEB-92C4-AB6B292E56F9}"/>
              </a:ext>
            </a:extLst>
          </p:cNvPr>
          <p:cNvSpPr/>
          <p:nvPr/>
        </p:nvSpPr>
        <p:spPr>
          <a:xfrm>
            <a:off x="461832" y="3195273"/>
            <a:ext cx="3041280" cy="59703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C1860-579D-8715-FD25-24FA81F1082D}"/>
              </a:ext>
            </a:extLst>
          </p:cNvPr>
          <p:cNvSpPr txBox="1"/>
          <p:nvPr/>
        </p:nvSpPr>
        <p:spPr>
          <a:xfrm>
            <a:off x="662501" y="3309085"/>
            <a:ext cx="258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ucida Sans" panose="020B0602030504020204" pitchFamily="34" charset="0"/>
              </a:rPr>
              <a:t>Measure RC Time</a:t>
            </a:r>
            <a:endParaRPr lang="en-PH" dirty="0">
              <a:latin typeface="Lucida Sans" panose="020B0602030504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FF2D98-0BF5-BDBE-D305-3EB14DA090C3}"/>
              </a:ext>
            </a:extLst>
          </p:cNvPr>
          <p:cNvSpPr/>
          <p:nvPr/>
        </p:nvSpPr>
        <p:spPr>
          <a:xfrm>
            <a:off x="469438" y="4005261"/>
            <a:ext cx="3033674" cy="59703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038587-95A4-DCA5-F0CC-BE247AE351D5}"/>
              </a:ext>
            </a:extLst>
          </p:cNvPr>
          <p:cNvSpPr txBox="1"/>
          <p:nvPr/>
        </p:nvSpPr>
        <p:spPr>
          <a:xfrm>
            <a:off x="662501" y="4131689"/>
            <a:ext cx="258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ucida Sans" panose="020B0602030504020204" pitchFamily="34" charset="0"/>
              </a:rPr>
              <a:t>Calculate Average</a:t>
            </a:r>
            <a:endParaRPr lang="en-PH" dirty="0">
              <a:latin typeface="Lucida Sans" panose="020B06020305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76C697-70F0-014F-D4B3-FC25266CB2BC}"/>
              </a:ext>
            </a:extLst>
          </p:cNvPr>
          <p:cNvSpPr/>
          <p:nvPr/>
        </p:nvSpPr>
        <p:spPr>
          <a:xfrm>
            <a:off x="469438" y="4864519"/>
            <a:ext cx="3033674" cy="92696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3A1CE6-4AC0-DB49-26F8-3CB5F858CCEC}"/>
              </a:ext>
            </a:extLst>
          </p:cNvPr>
          <p:cNvSpPr txBox="1"/>
          <p:nvPr/>
        </p:nvSpPr>
        <p:spPr>
          <a:xfrm>
            <a:off x="689313" y="4984553"/>
            <a:ext cx="2586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ucida Sans" panose="020B0602030504020204" pitchFamily="34" charset="0"/>
              </a:rPr>
              <a:t>Print RC Time and Target Threshold</a:t>
            </a:r>
            <a:endParaRPr lang="en-PH" dirty="0">
              <a:latin typeface="Lucida Sans" panose="020B0602030504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3BA3C2-8099-BCAA-B4F2-6E407531C885}"/>
              </a:ext>
            </a:extLst>
          </p:cNvPr>
          <p:cNvCxnSpPr>
            <a:cxnSpLocks/>
          </p:cNvCxnSpPr>
          <p:nvPr/>
        </p:nvCxnSpPr>
        <p:spPr>
          <a:xfrm>
            <a:off x="2027075" y="5776138"/>
            <a:ext cx="0" cy="577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3B18671-6AE9-DC72-07A9-AE6136F6CE27}"/>
              </a:ext>
            </a:extLst>
          </p:cNvPr>
          <p:cNvCxnSpPr>
            <a:cxnSpLocks/>
          </p:cNvCxnSpPr>
          <p:nvPr/>
        </p:nvCxnSpPr>
        <p:spPr>
          <a:xfrm flipV="1">
            <a:off x="2027075" y="6369278"/>
            <a:ext cx="1769640" cy="1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E661867-2D3B-B9A7-1796-3E9ADA5CFCEE}"/>
              </a:ext>
            </a:extLst>
          </p:cNvPr>
          <p:cNvCxnSpPr>
            <a:cxnSpLocks/>
          </p:cNvCxnSpPr>
          <p:nvPr/>
        </p:nvCxnSpPr>
        <p:spPr>
          <a:xfrm>
            <a:off x="3796715" y="4067824"/>
            <a:ext cx="0" cy="2303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7554267-4FA8-F888-A48D-25435270689E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3796715" y="4088830"/>
            <a:ext cx="8919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Decision 56">
            <a:extLst>
              <a:ext uri="{FF2B5EF4-FFF2-40B4-BE49-F238E27FC236}">
                <a16:creationId xmlns:a16="http://schemas.microsoft.com/office/drawing/2014/main" id="{189A9FCA-5A16-F408-308E-4F6E43F8F605}"/>
              </a:ext>
            </a:extLst>
          </p:cNvPr>
          <p:cNvSpPr/>
          <p:nvPr/>
        </p:nvSpPr>
        <p:spPr>
          <a:xfrm>
            <a:off x="4688699" y="3224172"/>
            <a:ext cx="1900517" cy="1729316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7FAABC-1431-2660-22CE-F2D097E5B0A5}"/>
              </a:ext>
            </a:extLst>
          </p:cNvPr>
          <p:cNvSpPr txBox="1"/>
          <p:nvPr/>
        </p:nvSpPr>
        <p:spPr>
          <a:xfrm>
            <a:off x="4743606" y="3811831"/>
            <a:ext cx="17884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Is RC Time &gt; Threshold?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A1739DA-C07A-555B-8138-33E292AA1497}"/>
              </a:ext>
            </a:extLst>
          </p:cNvPr>
          <p:cNvCxnSpPr>
            <a:cxnSpLocks/>
          </p:cNvCxnSpPr>
          <p:nvPr/>
        </p:nvCxnSpPr>
        <p:spPr>
          <a:xfrm>
            <a:off x="5642395" y="4953488"/>
            <a:ext cx="0" cy="4761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9A11838-B377-F667-1417-248690489769}"/>
              </a:ext>
            </a:extLst>
          </p:cNvPr>
          <p:cNvSpPr txBox="1"/>
          <p:nvPr/>
        </p:nvSpPr>
        <p:spPr>
          <a:xfrm>
            <a:off x="5567246" y="4885423"/>
            <a:ext cx="8561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NO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EC82E9D-BAFA-CD4D-D73B-7E073995B636}"/>
              </a:ext>
            </a:extLst>
          </p:cNvPr>
          <p:cNvSpPr/>
          <p:nvPr/>
        </p:nvSpPr>
        <p:spPr>
          <a:xfrm>
            <a:off x="4599055" y="5429630"/>
            <a:ext cx="2106706" cy="94141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405D8F-C514-9775-650F-A5FC23E97A3E}"/>
              </a:ext>
            </a:extLst>
          </p:cNvPr>
          <p:cNvSpPr txBox="1"/>
          <p:nvPr/>
        </p:nvSpPr>
        <p:spPr>
          <a:xfrm>
            <a:off x="4976688" y="5741869"/>
            <a:ext cx="13222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Status Quo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80C7FC8-E500-2221-4DC9-2CED1EDCEE34}"/>
              </a:ext>
            </a:extLst>
          </p:cNvPr>
          <p:cNvCxnSpPr>
            <a:cxnSpLocks/>
          </p:cNvCxnSpPr>
          <p:nvPr/>
        </p:nvCxnSpPr>
        <p:spPr>
          <a:xfrm>
            <a:off x="6589216" y="4088830"/>
            <a:ext cx="8919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60496E3-3B3F-40E8-4819-FAB74C6B9063}"/>
              </a:ext>
            </a:extLst>
          </p:cNvPr>
          <p:cNvSpPr txBox="1"/>
          <p:nvPr/>
        </p:nvSpPr>
        <p:spPr>
          <a:xfrm>
            <a:off x="6368995" y="3678417"/>
            <a:ext cx="8561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YES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sp>
        <p:nvSpPr>
          <p:cNvPr id="75" name="Flowchart: Decision 74">
            <a:extLst>
              <a:ext uri="{FF2B5EF4-FFF2-40B4-BE49-F238E27FC236}">
                <a16:creationId xmlns:a16="http://schemas.microsoft.com/office/drawing/2014/main" id="{56EC33E3-2E54-1CF7-A1A8-3FD30725270E}"/>
              </a:ext>
            </a:extLst>
          </p:cNvPr>
          <p:cNvSpPr/>
          <p:nvPr/>
        </p:nvSpPr>
        <p:spPr>
          <a:xfrm>
            <a:off x="7481199" y="3224172"/>
            <a:ext cx="1900517" cy="1729316"/>
          </a:xfrm>
          <a:prstGeom prst="flowChartDecision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F1510F-2CA6-EDF1-FD52-A831ACA0CFE9}"/>
              </a:ext>
            </a:extLst>
          </p:cNvPr>
          <p:cNvSpPr txBox="1"/>
          <p:nvPr/>
        </p:nvSpPr>
        <p:spPr>
          <a:xfrm>
            <a:off x="7568613" y="3927247"/>
            <a:ext cx="17884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Is the LED off?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BE3EDDF-2AC0-37F1-54FB-8739CD6DB73C}"/>
              </a:ext>
            </a:extLst>
          </p:cNvPr>
          <p:cNvCxnSpPr>
            <a:cxnSpLocks/>
          </p:cNvCxnSpPr>
          <p:nvPr/>
        </p:nvCxnSpPr>
        <p:spPr>
          <a:xfrm>
            <a:off x="8434804" y="4953488"/>
            <a:ext cx="0" cy="4761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B5C30AA-C54E-A38C-2A88-7EC1ABAE0F3F}"/>
              </a:ext>
            </a:extLst>
          </p:cNvPr>
          <p:cNvSpPr/>
          <p:nvPr/>
        </p:nvSpPr>
        <p:spPr>
          <a:xfrm>
            <a:off x="7378104" y="5429629"/>
            <a:ext cx="2106706" cy="94141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AA6A85-B970-8ABF-B141-1E3B1E5F5030}"/>
              </a:ext>
            </a:extLst>
          </p:cNvPr>
          <p:cNvSpPr txBox="1"/>
          <p:nvPr/>
        </p:nvSpPr>
        <p:spPr>
          <a:xfrm>
            <a:off x="7763596" y="5741869"/>
            <a:ext cx="13222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Turn off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CC00C0-0D83-1790-1AAE-DC0EFC0E1EA3}"/>
              </a:ext>
            </a:extLst>
          </p:cNvPr>
          <p:cNvSpPr txBox="1"/>
          <p:nvPr/>
        </p:nvSpPr>
        <p:spPr>
          <a:xfrm>
            <a:off x="8359746" y="4868393"/>
            <a:ext cx="8561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NO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16EC5BF-FEF6-22C8-8CA6-BA889E057543}"/>
              </a:ext>
            </a:extLst>
          </p:cNvPr>
          <p:cNvCxnSpPr>
            <a:cxnSpLocks/>
          </p:cNvCxnSpPr>
          <p:nvPr/>
        </p:nvCxnSpPr>
        <p:spPr>
          <a:xfrm>
            <a:off x="9381716" y="4095870"/>
            <a:ext cx="8919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B15707A3-27C7-6334-F55C-AC09CB7B9958}"/>
              </a:ext>
            </a:extLst>
          </p:cNvPr>
          <p:cNvSpPr/>
          <p:nvPr/>
        </p:nvSpPr>
        <p:spPr>
          <a:xfrm>
            <a:off x="10273699" y="3660884"/>
            <a:ext cx="1440940" cy="94141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336390-25CE-E2D9-699B-1CBEB8C61BAD}"/>
              </a:ext>
            </a:extLst>
          </p:cNvPr>
          <p:cNvSpPr txBox="1"/>
          <p:nvPr/>
        </p:nvSpPr>
        <p:spPr>
          <a:xfrm>
            <a:off x="9184492" y="3659277"/>
            <a:ext cx="8561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YES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2EE157-E8C6-ACCB-E404-3035138EF7CB}"/>
              </a:ext>
            </a:extLst>
          </p:cNvPr>
          <p:cNvSpPr txBox="1"/>
          <p:nvPr/>
        </p:nvSpPr>
        <p:spPr>
          <a:xfrm>
            <a:off x="10480941" y="3970006"/>
            <a:ext cx="1026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Lucida Sans" panose="020B0602030504020204" pitchFamily="34" charset="0"/>
              </a:rPr>
              <a:t>Turn on</a:t>
            </a:r>
            <a:endParaRPr lang="en-PH" sz="1500" dirty="0">
              <a:latin typeface="Lucida Sans" panose="020B0602030504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59C783E-A1FF-C094-31F2-26BDD87C36A2}"/>
              </a:ext>
            </a:extLst>
          </p:cNvPr>
          <p:cNvSpPr txBox="1"/>
          <p:nvPr/>
        </p:nvSpPr>
        <p:spPr>
          <a:xfrm>
            <a:off x="10164925" y="2451582"/>
            <a:ext cx="185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ucida Sans" panose="020B0602030504020204" pitchFamily="34" charset="0"/>
              </a:rPr>
              <a:t>void setup ()</a:t>
            </a:r>
            <a:endParaRPr lang="en-PH" dirty="0">
              <a:latin typeface="Lucida Sans" panose="020B0602030504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B2F8BEF-2C73-FD42-EB85-0D0E06B31DEB}"/>
              </a:ext>
            </a:extLst>
          </p:cNvPr>
          <p:cNvSpPr txBox="1"/>
          <p:nvPr/>
        </p:nvSpPr>
        <p:spPr>
          <a:xfrm>
            <a:off x="10164925" y="6065034"/>
            <a:ext cx="185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Lucida Sans" panose="020B0602030504020204" pitchFamily="34" charset="0"/>
              </a:rPr>
              <a:t>void loop ()</a:t>
            </a:r>
            <a:endParaRPr lang="en-PH" dirty="0"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92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Lucida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Margalo Cerro</dc:creator>
  <cp:lastModifiedBy>Margalo Cerro</cp:lastModifiedBy>
  <cp:revision>1</cp:revision>
  <dcterms:created xsi:type="dcterms:W3CDTF">2026-01-30T07:59:18Z</dcterms:created>
  <dcterms:modified xsi:type="dcterms:W3CDTF">2026-01-30T08:33:55Z</dcterms:modified>
</cp:coreProperties>
</file>